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 2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Дискреционное разграничение прав в Linux. Основные атрибуты</a:t>
            </a:r>
            <a:br/>
            <a:br/>
            <a:r>
              <a:rPr/>
              <a:t>Алексей Прядко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Получение навыков работы с атрибутами файлов</a:t>
            </a:r>
          </a:p>
          <a:p>
            <a:pPr lvl="0"/>
            <a:r>
              <a:rPr/>
              <a:t>Закрепление основ дискреционного разграничения доступа</a:t>
            </a:r>
          </a:p>
          <a:p>
            <a:pPr lvl="0"/>
            <a:r>
              <a:rPr/>
              <a:t>Работа в консоли Linux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Создать пользователя </a:t>
            </a:r>
            <a:r>
              <a:rPr>
                <a:latin typeface="Courier"/>
              </a:rPr>
              <a:t>guest</a:t>
            </a:r>
          </a:p>
          <a:p>
            <a:pPr lvl="0" indent="-342900" marL="342900">
              <a:buAutoNum type="arabicPeriod"/>
            </a:pPr>
            <a:r>
              <a:rPr/>
              <a:t>Изучить системные файлы и атрибуты</a:t>
            </a:r>
          </a:p>
          <a:p>
            <a:pPr lvl="0" indent="-342900" marL="342900">
              <a:buAutoNum type="arabicPeriod"/>
            </a:pPr>
            <a:r>
              <a:rPr/>
              <a:t>Провести эксперименты с правами (</a:t>
            </a:r>
            <a:r>
              <a:rPr>
                <a:latin typeface="Courier"/>
              </a:rPr>
              <a:t>chmod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Определить минимальные права для операций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Ход работы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Информация о пользователе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Пользователь: </a:t>
            </a:r>
            <a:r>
              <a:rPr>
                <a:latin typeface="Courier"/>
              </a:rPr>
              <a:t>guest</a:t>
            </a:r>
          </a:p>
          <a:p>
            <a:pPr lvl="0"/>
            <a:r>
              <a:rPr/>
              <a:t>UID/GID: 1001</a:t>
            </a:r>
          </a:p>
          <a:p>
            <a:pPr lvl="0"/>
            <a:r>
              <a:rPr/>
              <a:t>Группы: </a:t>
            </a:r>
            <a:r>
              <a:rPr>
                <a:latin typeface="Courier"/>
              </a:rPr>
              <a:t>guest</a:t>
            </a:r>
          </a:p>
        </p:txBody>
      </p:sp>
      <p:pic>
        <p:nvPicPr>
          <p:cNvPr descr="image/user_inf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14400"/>
            <a:ext cx="5105400" cy="294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Системные файлы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Просмотр </a:t>
            </a:r>
            <a:r>
              <a:rPr>
                <a:latin typeface="Courier"/>
              </a:rPr>
              <a:t>/etc/passwd</a:t>
            </a:r>
          </a:p>
          <a:p>
            <a:pPr lvl="0"/>
            <a:r>
              <a:rPr/>
              <a:t>Сравнение с данными команды </a:t>
            </a:r>
            <a:r>
              <a:rPr>
                <a:latin typeface="Courier"/>
              </a:rPr>
              <a:t>id</a:t>
            </a:r>
          </a:p>
        </p:txBody>
      </p:sp>
      <p:pic>
        <p:nvPicPr>
          <p:cNvPr descr="image/system_fil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01800"/>
            <a:ext cx="51054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Блокировка доступа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Создание директории </a:t>
            </a:r>
            <a:r>
              <a:rPr>
                <a:latin typeface="Courier"/>
              </a:rPr>
              <a:t>dir1</a:t>
            </a:r>
          </a:p>
          <a:p>
            <a:pPr lvl="0"/>
            <a:r>
              <a:rPr/>
              <a:t>Установка прав </a:t>
            </a:r>
            <a:r>
              <a:rPr>
                <a:latin typeface="Courier"/>
              </a:rPr>
              <a:t>000</a:t>
            </a:r>
          </a:p>
          <a:p>
            <a:pPr lvl="0"/>
            <a:r>
              <a:rPr/>
              <a:t>Полный запрет на любые действия</a:t>
            </a:r>
          </a:p>
        </p:txBody>
      </p:sp>
      <p:pic>
        <p:nvPicPr>
          <p:cNvPr descr="image/dir_cre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44900" y="203200"/>
            <a:ext cx="49530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Частичный доступ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Права </a:t>
            </a:r>
            <a:r>
              <a:rPr>
                <a:latin typeface="Courier"/>
              </a:rPr>
              <a:t>100</a:t>
            </a:r>
            <a:r>
              <a:rPr/>
              <a:t> (</a:t>
            </a:r>
            <a:r>
              <a:rPr>
                <a:latin typeface="Courier"/>
              </a:rPr>
              <a:t>--x</a:t>
            </a:r>
            <a:r>
              <a:rPr/>
              <a:t>) на директорию</a:t>
            </a:r>
          </a:p>
          <a:p>
            <a:pPr lvl="0"/>
            <a:r>
              <a:rPr/>
              <a:t>Вход в папку (</a:t>
            </a:r>
            <a:r>
              <a:rPr>
                <a:latin typeface="Courier"/>
              </a:rPr>
              <a:t>cd</a:t>
            </a:r>
            <a:r>
              <a:rPr/>
              <a:t>) разрешен</a:t>
            </a:r>
          </a:p>
          <a:p>
            <a:pPr lvl="0"/>
            <a:r>
              <a:rPr/>
              <a:t>Просмотр (</a:t>
            </a:r>
            <a:r>
              <a:rPr>
                <a:latin typeface="Courier"/>
              </a:rPr>
              <a:t>ls</a:t>
            </a:r>
            <a:r>
              <a:rPr/>
              <a:t>) и создание файлов запрещены</a:t>
            </a:r>
          </a:p>
        </p:txBody>
      </p:sp>
      <p:pic>
        <p:nvPicPr>
          <p:cNvPr descr="image/denial_tes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62100"/>
            <a:ext cx="5105400" cy="1676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5. Полный доступ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Права </a:t>
            </a:r>
            <a:r>
              <a:rPr>
                <a:latin typeface="Courier"/>
              </a:rPr>
              <a:t>700</a:t>
            </a:r>
            <a:r>
              <a:rPr/>
              <a:t> (</a:t>
            </a:r>
            <a:r>
              <a:rPr>
                <a:latin typeface="Courier"/>
              </a:rPr>
              <a:t>rwx</a:t>
            </a:r>
            <a:r>
              <a:rPr/>
              <a:t>)</a:t>
            </a:r>
          </a:p>
          <a:p>
            <a:pPr lvl="0"/>
            <a:r>
              <a:rPr/>
              <a:t>Разрешены все операции с файлами</a:t>
            </a:r>
          </a:p>
        </p:txBody>
      </p:sp>
      <p:pic>
        <p:nvPicPr>
          <p:cNvPr descr="image/full_rights_te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14500"/>
            <a:ext cx="5105400" cy="134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6. Минимальные права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Чтение файла требует </a:t>
            </a:r>
            <a:r>
              <a:rPr>
                <a:latin typeface="Courier"/>
              </a:rPr>
              <a:t>x</a:t>
            </a:r>
            <a:r>
              <a:rPr/>
              <a:t> на папку и </a:t>
            </a:r>
            <a:r>
              <a:rPr>
                <a:latin typeface="Courier"/>
              </a:rPr>
              <a:t>r</a:t>
            </a:r>
            <a:r>
              <a:rPr/>
              <a:t> на файл</a:t>
            </a:r>
          </a:p>
          <a:p>
            <a:pPr lvl="0"/>
            <a:r>
              <a:rPr/>
              <a:t>Удаление файла требует </a:t>
            </a:r>
            <a:r>
              <a:rPr>
                <a:latin typeface="Courier"/>
              </a:rPr>
              <a:t>wx</a:t>
            </a:r>
            <a:r>
              <a:rPr/>
              <a:t> на папку</a:t>
            </a:r>
          </a:p>
        </p:txBody>
      </p:sp>
      <p:pic>
        <p:nvPicPr>
          <p:cNvPr descr="image/minimal_rights_te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52500"/>
            <a:ext cx="51054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Таблица 2.1. Разрешённые действия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300"/>
                <a:gridCol w="939800"/>
                <a:gridCol w="939800"/>
                <a:gridCol w="939800"/>
                <a:gridCol w="939800"/>
                <a:gridCol w="939800"/>
                <a:gridCol w="939800"/>
                <a:gridCol w="939800"/>
                <a:gridCol w="93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Права дир.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Права файла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Созд.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Удал.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Зап.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Чтен.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chmod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 (000)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 (100)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 (700)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+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Таблица 2.2. Минимальные права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Операция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Права на директорию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Права на файл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Создание файла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wx (3)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Удаление файла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wx (3)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Чтение файла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x (1)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 (4)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Запись в файл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x (1)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 (2)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Переименование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wx (3)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Созд. поддир.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wx (3)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Удал. поддир.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wx (3)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Права на директорию приоритетны для операций с файлами</a:t>
            </a:r>
          </a:p>
          <a:p>
            <a:pPr lvl="0"/>
            <a:r>
              <a:rPr/>
              <a:t>Атрибут </a:t>
            </a:r>
            <a:r>
              <a:rPr>
                <a:latin typeface="Courier"/>
              </a:rPr>
              <a:t>x</a:t>
            </a:r>
            <a:r>
              <a:rPr/>
              <a:t> на директорию необходим для доступа к содержимому</a:t>
            </a:r>
          </a:p>
          <a:p>
            <a:pPr lvl="0"/>
            <a:r>
              <a:rPr/>
              <a:t>Удаление файла — это операция изменения директории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 2</dc:title>
  <dc:creator>Алексей Прядко</dc:creator>
  <cp:keywords/>
  <dcterms:created xsi:type="dcterms:W3CDTF">2026-03-07T11:54:16Z</dcterms:created>
  <dcterms:modified xsi:type="dcterms:W3CDTF">2026-03-07T11:54:16Z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2026-03-07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Дискреционное разграничение прав в Linux. Основные атрибуты</vt:lpwstr>
  </property>
  <property fmtid="{D5CDD505-2E9C-101B-9397-08002B2CF9AE}" pid="16" name="toc-title">
    <vt:lpwstr>Содержание</vt:lpwstr>
  </property>
</Properties>
</file>